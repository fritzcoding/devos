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5bd83d462d4765" /><Relationship Type="http://schemas.openxmlformats.org/officeDocument/2006/relationships/extended-properties" Target="/docProps/app.xml" Id="Rb0b17a499ebd4dff" /><Relationship Type="http://schemas.openxmlformats.org/officeDocument/2006/relationships/officeDocument" Target="/ppt/presentation.xml" Id="Rf09729d9ad8d4a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5c1b30f854b3b"/>
  </p:sldMasterIdLst>
  <p:notesMasterIdLst>
    <p:notesMasterId xmlns:r="http://schemas.openxmlformats.org/officeDocument/2006/relationships" r:id="Re70963b57c55401a"/>
  </p:notesMasterIdLst>
  <p:sldIdLst>
    <p:sldId xmlns:r="http://schemas.openxmlformats.org/officeDocument/2006/relationships" id="256" r:id="Rc45f8b7c67cf45dc"/>
    <p:sldId xmlns:r="http://schemas.openxmlformats.org/officeDocument/2006/relationships" id="257" r:id="R367b3ca7238040da"/>
    <p:sldId xmlns:r="http://schemas.openxmlformats.org/officeDocument/2006/relationships" id="258" r:id="Raf7334855c594966"/>
    <p:sldId xmlns:r="http://schemas.openxmlformats.org/officeDocument/2006/relationships" id="259" r:id="Ra84164895b534b05"/>
    <p:sldId xmlns:r="http://schemas.openxmlformats.org/officeDocument/2006/relationships" id="260" r:id="R3b85bcea74834952"/>
    <p:sldId xmlns:r="http://schemas.openxmlformats.org/officeDocument/2006/relationships" id="261" r:id="Rd1dfe8a944984d70"/>
    <p:sldId xmlns:r="http://schemas.openxmlformats.org/officeDocument/2006/relationships" id="262" r:id="R04875a4789f347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0b08660de4fde" /><Relationship Type="http://schemas.openxmlformats.org/officeDocument/2006/relationships/slideMaster" Target="/ppt/slideMasters/slideMaster1.xml" Id="R9695c1b30f854b3b" /><Relationship Type="http://schemas.openxmlformats.org/officeDocument/2006/relationships/notesMaster" Target="/ppt/notesMasters/notesMaster1.xml" Id="Re70963b57c55401a" /><Relationship Type="http://schemas.openxmlformats.org/officeDocument/2006/relationships/presProps" Target="/ppt/presProps.xml" Id="Re456de4f00c140e1" /><Relationship Type="http://schemas.openxmlformats.org/officeDocument/2006/relationships/viewProps" Target="/ppt/viewProps.xml" Id="R23105477511d49d4" /><Relationship Type="http://schemas.openxmlformats.org/officeDocument/2006/relationships/tableStyles" Target="/ppt/tableStyles.xml" Id="R596ad9a7cc3c4001" /><Relationship Type="http://schemas.openxmlformats.org/officeDocument/2006/relationships/slide" Target="/ppt/slides/slide1.xml" Id="Rc45f8b7c67cf45dc" /><Relationship Type="http://schemas.openxmlformats.org/officeDocument/2006/relationships/slide" Target="/ppt/slides/slide2.xml" Id="R367b3ca7238040da" /><Relationship Type="http://schemas.openxmlformats.org/officeDocument/2006/relationships/slide" Target="/ppt/slides/slide3.xml" Id="Raf7334855c594966" /><Relationship Type="http://schemas.openxmlformats.org/officeDocument/2006/relationships/slide" Target="/ppt/slides/slide4.xml" Id="Ra84164895b534b05" /><Relationship Type="http://schemas.openxmlformats.org/officeDocument/2006/relationships/slide" Target="/ppt/slides/slide5.xml" Id="R3b85bcea74834952" /><Relationship Type="http://schemas.openxmlformats.org/officeDocument/2006/relationships/slide" Target="/ppt/slides/slide6.xml" Id="Rd1dfe8a944984d70" /><Relationship Type="http://schemas.openxmlformats.org/officeDocument/2006/relationships/slide" Target="/ppt/slides/slide7.xml" Id="R04875a4789f347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f78a3635ea4c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edde25ea747d7" /><Relationship Type="http://schemas.openxmlformats.org/officeDocument/2006/relationships/notesMaster" Target="/ppt/notesMasters/notesMaster1.xml" Id="Rf9974b674b9a4a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f6c6438f904bf3" /><Relationship Type="http://schemas.openxmlformats.org/officeDocument/2006/relationships/notesMaster" Target="/ppt/notesMasters/notesMaster1.xml" Id="R4dce489700194c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e398313a444338" /><Relationship Type="http://schemas.openxmlformats.org/officeDocument/2006/relationships/notesMaster" Target="/ppt/notesMasters/notesMaster1.xml" Id="R7bec8bd52620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6ad2452e474f14" /><Relationship Type="http://schemas.openxmlformats.org/officeDocument/2006/relationships/notesMaster" Target="/ppt/notesMasters/notesMaster1.xml" Id="Rdd3119922e0546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a93ea5e54246cf" /><Relationship Type="http://schemas.openxmlformats.org/officeDocument/2006/relationships/notesMaster" Target="/ppt/notesMasters/notesMaster1.xml" Id="R4b3d89c42bed40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2d70c7298d4bab" /><Relationship Type="http://schemas.openxmlformats.org/officeDocument/2006/relationships/notesMaster" Target="/ppt/notesMasters/notesMaster1.xml" Id="Re05079f67aa34d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2da125da2d4b55" /><Relationship Type="http://schemas.openxmlformats.org/officeDocument/2006/relationships/notesMaster" Target="/ppt/notesMasters/notesMaster1.xml" Id="R6fd936f92c0d4f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92df88eb24f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2fa480dac64ef8" /><Relationship Type="http://schemas.openxmlformats.org/officeDocument/2006/relationships/slideLayout" Target="/ppt/slideLayouts/slideLayout1.xml" Id="Rdb94ebafe85c46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94ebafe85c46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1faf4b600499d" /><Relationship Type="http://schemas.openxmlformats.org/officeDocument/2006/relationships/image" Target="/ppt/media/image.png" Id="R3fb997383e054faf" /><Relationship Type="http://schemas.openxmlformats.org/officeDocument/2006/relationships/notesSlide" Target="/ppt/notesSlides/notesSlide1.xml" Id="R4a249931dc5d4a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89b96423e409e" /><Relationship Type="http://schemas.openxmlformats.org/officeDocument/2006/relationships/notesSlide" Target="/ppt/notesSlides/notesSlide2.xml" Id="Rfdbeeff2546743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e028c377d43e1" /><Relationship Type="http://schemas.openxmlformats.org/officeDocument/2006/relationships/notesSlide" Target="/ppt/notesSlides/notesSlide3.xml" Id="Rb3433e2ac3ee47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441eab3d24995" /><Relationship Type="http://schemas.openxmlformats.org/officeDocument/2006/relationships/notesSlide" Target="/ppt/notesSlides/notesSlide4.xml" Id="Ra8ed9fc72c9744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c220378d04142" /><Relationship Type="http://schemas.openxmlformats.org/officeDocument/2006/relationships/notesSlide" Target="/ppt/notesSlides/notesSlide5.xml" Id="R22fcd6130c384c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886557f774394" /><Relationship Type="http://schemas.openxmlformats.org/officeDocument/2006/relationships/notesSlide" Target="/ppt/notesSlides/notesSlide6.xml" Id="R939f62a16d684b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eef856c3d4966" /><Relationship Type="http://schemas.openxmlformats.org/officeDocument/2006/relationships/notesSlide" Target="/ppt/notesSlides/notesSlide7.xml" Id="R7d69ad2f1fa940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B3E75E-4B51-43CF-A124-67EA2CAE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C680F-ED95-4062-9766-B5AA0C4F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997383e054faf"/>
          <a:srcRect xmlns:a="http://schemas.openxmlformats.org/drawingml/2006/main" l="0" t="8062" r="0" b="8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905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B1193-58EF-4375-AA8B-2EBEC1A3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DevOS 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40281-DFA3-46EA-9E55-161296DF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144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 floating AI desktop assistant for code repair, environment setup, and safe project organization.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09891-7967-4A1A-BA13-C85DA1E9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9B4A3-452D-4184-BE94-ACBE7251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99F02-575A-4E47-8DA5-DC243C76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presentation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1CE23-203B-45A1-8B33-9B9E3032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90 sec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17B69-45E5-45F0-95F5-19D7C3D7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A2F74-7974-4CF6-9B6D-904F9B1E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3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D6CB1-76AA-4E15-A0B0-589F8A4F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fix, setup, organize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281BB-2922-42F6-952F-852EBCC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Cloud +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C403F-40DA-4706-8770-A3605F16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14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AI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8996D-F170-450C-81DD-14D66373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Electron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178DB-D561-4F9A-A1F2-1298D0AB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76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130CC-81B9-451A-9AE3-5702F22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76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IPC safety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A4AED-3D4F-451E-8948-A8B3A4F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Ollama / Cloud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0DAF6-5F23-42F2-882A-DD4FC242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768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Rollback-safe FS 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95CBE-41C1-4DB4-9BA1-7DAAA782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E104C-B8B1-4C21-824F-67B1CD27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58587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755766-F7E9-4CAF-A482-A078E711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BFC39-9B10-4EBF-901F-D779755F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E290B-1B3A-4FA0-B9BF-0FC6F8D2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PROBLEM TO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63623-3D2B-4830-A899-426ED346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DevOS Lite compresses scattered developer chores into one guided desktop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60623-A948-4E73-B5AE-F6A870BB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2DAB5-97B2-43D0-98EA-D7A0A02D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66ACE-E5BC-431A-9EC5-97EA05D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716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7167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5DB29-1968-470A-A443-30FEB77C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C"/>
                </a:solidFill>
                <a:latin typeface="Aptos"/>
                <a:ea typeface="Aptos"/>
                <a:cs typeface="Aptos"/>
              </a:rPr>
              <a:t>- Switch between editor, terminal, docs, file explorer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62233-1BA2-430C-A4EE-F021F6A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C"/>
                </a:solidFill>
                <a:latin typeface="Aptos"/>
                <a:ea typeface="Aptos"/>
                <a:cs typeface="Aptos"/>
              </a:rPr>
              <a:t>- Manual setup steps are easy to miss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93E53-0FB8-45AE-90CD-EADFCBF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C"/>
                </a:solidFill>
                <a:latin typeface="Aptos"/>
                <a:ea typeface="Aptos"/>
                <a:cs typeface="Aptos"/>
              </a:rPr>
              <a:t>- Bulk file cleanup can damage project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BDC30-219F-47A4-98B9-DB8980E7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C"/>
                </a:solidFill>
                <a:latin typeface="Aptos"/>
                <a:ea typeface="Aptos"/>
                <a:cs typeface="Aptos"/>
              </a:rPr>
              <a:t>- AI output still needs safety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0D0A7-713B-4E68-9018-8530D5D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1B8A6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B74A9-1E70-4B64-A04A-B175360C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- Floating Shimeji entry point stays available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EC5E7-66D7-4952-8B0D-C9BAE9D5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- AI setup, code repair, and file planning in one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9CB6A-6C37-45A8-A7B1-4E8B735D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671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- Preview-first operations before file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73E81-14AF-4397-8812-510CF764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434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- Rollback metadata protects applied 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587B91-9018-4463-9E64-7434041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8615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F6423-9DB8-4249-BD5F-A8BA8B1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D7E81-E7A4-4270-810E-DFA9D8C5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B5A6D-4C64-46D9-9B50-A7B71575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90270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9C0E3-3227-42E9-A86A-DEA91E98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6E70C-4B5D-402D-ABCA-88F3ED10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95191-5929-4041-9EEC-974FDA2D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63EDC-9E11-49FF-93BA-42CA4F7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The system keeps UI, privileged operations, AI routing, and file mutation behind clear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F7EAC-9B02-4BC5-B3CE-9D57F416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425A7-0284-46D1-B0CF-545FBCE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React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6C5A1-58DD-444B-A91D-0A88D82F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504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Shimeji, feature menu, overlays,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D88A1-4269-4080-AF8D-9D102EE9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336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8B174-FC4A-4325-9755-5224ED66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Preload IPC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683E9-E3DD-4903-9987-D72CAA58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1504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Typed safe bridge: window.electronAPI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7DBF9-8670-4C18-AC0C-73B5DD70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0EAF9-0211-4EEC-B604-18417F69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Electron 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4A029-CDDC-4117-A298-CFAD5834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90800"/>
            <a:ext cx="1695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IPC handlers, orchestration, tray/window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3F654-567A-468A-92E8-E8612BDD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784A0-6577-40A6-BBC0-2479C4B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Feature modules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298D0-A66C-4C4D-8F87-28D86F97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1695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Code Fixer, Env Builder, Organizer,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60AE3-42B3-4503-86DD-3BA52344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336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9479A-5191-48DD-9FA3-18AA2DC9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669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System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2D250-FBF8-4CCA-9DFA-FC620567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9080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Filesystem, clipboard, rollback logs, optional Java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9BAF0E-CF63-4689-AEF1-02194CF7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765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9710E-D214-47B5-A2C4-6079550D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38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FBCE0-BAD3-47BD-906C-8CE2D52D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765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E5BB2-12A6-49D5-8C51-6AE8DCFA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38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7DFFD-E224-43E3-92EF-3536A1AD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765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8DB1E-6FCE-46F7-9A70-BEB5968E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38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D52C9-5932-4BEF-A1F7-0D11C730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765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371FA4-737B-4C47-8320-C8F8B08C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38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D9BC40-6B52-45B1-89B8-FDAA5DDA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0EFAC-769B-40C3-B86E-D6C2FAAA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291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AI Router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9AA671-6528-4D08-8D4A-8A99021C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5295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Cloud APIs or local Ollama; same app workflows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FC266C-7B20-44A9-9707-633C9564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957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875B5-05B9-4485-8996-AC74599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291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Safety engine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4A61E6-82FC-4252-9065-E3772657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552950"/>
            <a:ext cx="2266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Preview, protected paths, apply, rollback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91167-9397-483D-9FE2-0C2B5A7E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289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1B117D-F109-4D53-957B-8B7FB2C3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48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3F4CAA-DCD0-468E-938D-8B7C485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0A30EB-554F-4CC3-89CA-89F8F918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Key design choice: renderer never directly owns Node/Electron filesystem power.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D48195-08A4-4234-B145-E237A6A1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F4DB0F-7F25-420F-A8DF-74C5070F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04788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2D71E0-5AEB-478C-BBE3-1EA4ACA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72713-E605-477F-9C34-23DCEA33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45D74-9BCB-4216-8A1B-CD465F7F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FEATURE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03FD1-A6B9-437F-8F94-686B8FE7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The demo focuses on implemented workflows, not a mock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70926-277D-4E73-AFD2-454992F6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3CF0C-1968-4720-A147-8174410F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30F9F-4C92-44DE-91D9-ACC25288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Proof in codebase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B7A20-07CC-499D-8D18-A6CC163B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Demo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AE8CE-19DD-4F76-90C8-FF5298F9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BBFC9-30C1-4DEB-9574-D79BF26F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Code Fixer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19DA3-62FB-44E4-B21C-D02424E7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AI-assisted repair with project-aware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5DD37-181F-46E2-B4E0-22CA2A94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CodeFixerAgentOverlay + feature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D98CE-CBBA-46C6-909A-A493A595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Show fix suggestion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B2C47-4B41-4C89-AFAC-2A8BEEA9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27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7C8E0-402D-4D40-850E-702CD89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Environment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A9E4D-6D5F-4EC3-BA11-B57E257B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Scans package files and setup requirements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A4E5C-FD1F-486B-A15E-4F742409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detectEnv IPC + scanProject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6038C-035A-43C6-8866-37EF305D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Generate setup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1A6ED-D5C8-4693-9627-77101DC8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F6705-96B6-423C-99A2-8B8D92A3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File Organizer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2C684-9A9F-40E0-A08C-9008766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Preview, dry-run, apply, 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9CBF7-7929-4F56-ABA1-6E9AE869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FileOrganizerService + SafeFileOperationExecutor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E62D5-E088-4956-97CA-ABB42FE2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Move messy files safely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42F5DC-5264-489C-9CCC-7A8A47F2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27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93D454-2BED-4C27-B7A8-C5E114B1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AI Settings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7061C-EDB4-4951-8BE4-03FA490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Switch cloud API or local Ollama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DB91BB-CCDF-4B44-AA94-9800E1BF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AIRouter, OllamaClient, API client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327AF-688D-4B08-9A2D-0EB1635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Show local/cloud routing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4EEA4C-F548-46A6-9BC0-08EC358A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Compact demo order: AI Settings -&gt; File Organizer -&gt; Env Builder -&gt; Code Fixer.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9457C-1A51-490C-AD53-A0B669FA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29A377-D64C-404C-A107-DA531876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90342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3510B-BF33-4CBF-A002-06347E1D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DB46B-FC82-4C88-865B-40D7DA98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4FD36-B39B-473C-B364-5638A390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731C9-F281-46CC-867C-CACC93F5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The strongest engineering decision is preview-first automation with rollback instead of blind file mutation.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70433-A2AA-49A2-B656-1F1BF60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828E9-4533-48F2-A2A7-20CC6119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BD4F1-A63B-49C1-B40D-8F78033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Read project files and ignore protected paths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28EAB-55E7-4DDB-99E3-433DA2F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55E16-2E97-47A5-BF9D-38862D84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242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CB61D-CDF8-4D60-9396-F1E4B9E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6B44A-7952-4059-A77B-F7C7E93D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F8FEC-A8C8-458E-A7E9-FD4B1E00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AI or heuristic plan generates proposed moves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31D1B-6EBA-4A70-80C8-C8259BD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F8FF7-936A-4E78-9750-B4102972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29A41-9EF7-4BF2-BC6C-A6549485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10F22-A82D-4DA4-AC8B-044AD9A6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80E47-CA1A-4598-9712-1A406A23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User sees risk, moves, and destinations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9C6AF-5CC6-41D6-A01A-D5996A1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F268F-66E2-4DED-B5E4-3F0E5FC4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57407-3DC7-496F-8ACD-E85C3707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81533-3DD4-4D05-811E-51F8E973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7176B-CCED-4CB6-893B-A3634F09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Executor creates parent dirs and moves files safely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F37A0-FA20-458A-BD3B-B62B3B78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7791E-32A4-48C4-BFE6-51FFC063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242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AD03D-47FB-487D-AF94-6DBD3919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34654-E6A6-4045-B527-AF5C3279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5657B-2984-40AC-8F71-00C71B22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JSONL batch metadata restores original paths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AF2ED-6657-4EBB-B3E0-D633BF8D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Guardrails implemented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D1E8AF-EAB7-4D54-9866-3FCCEF1C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- Protected paths: .git, node_modules, lockfiles, .env*, build outputs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A686C-D63C-4292-BF75-0DA5C3CC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- Dry-run tests confirm preview does not mutate source 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BEEC2D-C96F-425F-BC5D-0D92FFE6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- Apply + rollback tests verify reversible organization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EBCCB8-9880-4D7E-B2D1-0844AC27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- User-facing file count excludes internal recovery folders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AA3A26-9733-4539-886E-53F028DB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321615-F131-44D0-A690-ABAFFB8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95149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9B128C-B01F-4A7A-A57F-837EE93C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E0D21-5722-43CE-8EDD-A8D648D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AA576-9497-4E76-9D0D-DFDFC492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66B50-6E49-46AF-86B3-3C38A10B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Member 1 owned the core engineering path; the rest of the team supported around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B0CDC-83EB-476F-9910-ACA236D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287AA-AAA2-43CC-AA85-1E024CF8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742DC-2975-4DEC-9998-4C26456A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Concept, stack choice, Electron/React shell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E8121-4600-4836-8234-68CE5613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0D3CD-33EF-4C15-95A7-021CCE6D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C1319-A99F-428F-97EE-DBAB117A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AI routing, settings, first-run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E99F5-2AC9-4C82-8B92-7432492A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8D006-B4BD-4A6F-823E-B53DF0D7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E41FA-513B-4B70-B574-C1739D8E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Code Fixer and Environment 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EA0F1-3877-4217-BB82-A51D025C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1661C-5F81-488C-A2E6-98995E02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66FCE-546B-444D-8110-245AA191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File Organizer safety, preview/apply/rollback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BABBC-A939-4B0F-8374-7CA77BA5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1AF33A-24FA-4BE8-95D3-9344735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FE87A-6E32-43C9-90DD-1A95A5FA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UI polish, tests, Java optional backend, demo prep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64FED-0F89-4802-9B0E-720250AC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C1C55-3817-4844-86E3-EDBC2A32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Member 1: Lead engineer / presenter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84B1D-E3BA-44BE-8C3C-4690ABC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95775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Architecture, Electron IPC, AI routing, core features, safety engine, tests, demo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89A6F7-5227-4AB9-9321-41C30A7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672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1B8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1B8A6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5EB68-1309-41EC-99DE-E0C2F93A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5408CA-6313-496D-B4A2-8792CB9B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Member 2: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CA4DB-4287-41F7-855E-CF346AF9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62525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Light UI/content review, small documentation support, demo checklist help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C8875-582D-46A0-B25B-84D8C0D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339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7F9766-03EF-40FA-8BE8-82728625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117AD-05DA-4273-8B9E-DE6F9513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Member 3: Minimal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8248F-7FE3-469E-8EBB-63FB9A1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29275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Basic slide/demo timing support and final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181A1B-65AC-4C81-9E28-266A5B5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6007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5BE6AF-500F-4999-82B8-7BB7CA1D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D6621F-E667-4982-9809-50F8E278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50367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FBD128-55BE-4824-B875-82125CA2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3476E-0300-48CA-9033-FA61D28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51563-7955-484E-A131-6E7C6373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DEMO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81BE4-B28E-46C3-BB40-F2C74CF0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The live demo should prove the product loop in 90 seconds.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9FEC3-C951-4765-8157-36CF1069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28E3F-CDF4-4937-83ED-E67FE225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0:00-0:15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2147D-E839-4EC8-99C2-6335DEEA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479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Open Shimeji and show AI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D0D9A-DD32-404A-9427-C632117E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Cloud/local routing is configurable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C3BD5-5271-4840-91A1-78B1B5A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BCE0D-EA30-4A2E-8B0A-07629F3C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0:15-0:45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AEEFD-20E6-4A3C-A4ED-542F1348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146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Run File Organizer preview on sample clutter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3F302-FEF2-4099-923F-91D7A242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2417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Preview before apply, clean destinations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A3E7F-80E6-4757-A628-CEA4C1AF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720AE-A328-4241-A416-FF21D055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0:45-1:05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FDC17-E2B7-4FA0-B767-7E053618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Show apply/rollback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2C3CD-B098-4A8C-926B-0138403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909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Automation is reversible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685A6-E920-4D4F-B741-459CBA18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D632B-DE2F-4C8B-9735-3BA497AB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576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1:05-1:25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C164D-458D-45CC-A563-38B6BE5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Open Environment Builder or Code Fixer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C8B2B-555F-4202-B278-EC1C772B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Same assistant handles setup or 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84F16-0681-4127-A94D-506D0945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E4B6B-F0D7-45F7-82EB-3982BED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244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1:25-1:30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1A9BF-A442-4586-B8D3-5F2B821B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Close with architecture sentence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AB052-4F11-41C3-B491-417E6A4C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244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Safe desktop AI, not just a chatbot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F5224-8F2C-48D8-AE53-3EA1FB27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Closing line: DevOS Lite is a safe AI workflow layer for local developer work.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2C5FE-6415-4BBE-AB23-6C507D08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997731-463E-4B73-9585-1740E92B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5485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2026-06-09T14:34:46.6540000Z</dcterms:created>
  <dcterms:modified xsi:type="dcterms:W3CDTF">2026-06-09T14:34:46.6540000Z</dcterms:modified>
</coreProperties>
</file>