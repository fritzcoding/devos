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8fbfd86c4a4ec4" /><Relationship Type="http://schemas.openxmlformats.org/officeDocument/2006/relationships/extended-properties" Target="/docProps/app.xml" Id="R032232b6f23f4c47" /><Relationship Type="http://schemas.openxmlformats.org/officeDocument/2006/relationships/officeDocument" Target="/ppt/presentation.xml" Id="Rf5b6332694484c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a10b33246f40e2"/>
  </p:sldMasterIdLst>
  <p:notesMasterIdLst>
    <p:notesMasterId xmlns:r="http://schemas.openxmlformats.org/officeDocument/2006/relationships" r:id="Raaa4558ab467418c"/>
  </p:notesMasterIdLst>
  <p:sldIdLst>
    <p:sldId xmlns:r="http://schemas.openxmlformats.org/officeDocument/2006/relationships" id="256" r:id="R087d43ef37104970"/>
    <p:sldId xmlns:r="http://schemas.openxmlformats.org/officeDocument/2006/relationships" id="257" r:id="Rb2adea67e2464fc2"/>
    <p:sldId xmlns:r="http://schemas.openxmlformats.org/officeDocument/2006/relationships" id="258" r:id="Raa3bd328424c487f"/>
    <p:sldId xmlns:r="http://schemas.openxmlformats.org/officeDocument/2006/relationships" id="259" r:id="R70354379ce304a0a"/>
    <p:sldId xmlns:r="http://schemas.openxmlformats.org/officeDocument/2006/relationships" id="260" r:id="Ra033e8679dc94297"/>
    <p:sldId xmlns:r="http://schemas.openxmlformats.org/officeDocument/2006/relationships" id="261" r:id="R1ff40ae8014e4bc3"/>
    <p:sldId xmlns:r="http://schemas.openxmlformats.org/officeDocument/2006/relationships" id="262" r:id="R386d79e05f80413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626912394d4f28" /><Relationship Type="http://schemas.openxmlformats.org/officeDocument/2006/relationships/slideMaster" Target="/ppt/slideMasters/slideMaster1.xml" Id="R78a10b33246f40e2" /><Relationship Type="http://schemas.openxmlformats.org/officeDocument/2006/relationships/notesMaster" Target="/ppt/notesMasters/notesMaster1.xml" Id="Raaa4558ab467418c" /><Relationship Type="http://schemas.openxmlformats.org/officeDocument/2006/relationships/presProps" Target="/ppt/presProps.xml" Id="R35a2d21622e14815" /><Relationship Type="http://schemas.openxmlformats.org/officeDocument/2006/relationships/viewProps" Target="/ppt/viewProps.xml" Id="R4feabbb5908e4b73" /><Relationship Type="http://schemas.openxmlformats.org/officeDocument/2006/relationships/tableStyles" Target="/ppt/tableStyles.xml" Id="Rd71eabcfe65d4518" /><Relationship Type="http://schemas.openxmlformats.org/officeDocument/2006/relationships/slide" Target="/ppt/slides/slide1.xml" Id="R087d43ef37104970" /><Relationship Type="http://schemas.openxmlformats.org/officeDocument/2006/relationships/slide" Target="/ppt/slides/slide2.xml" Id="Rb2adea67e2464fc2" /><Relationship Type="http://schemas.openxmlformats.org/officeDocument/2006/relationships/slide" Target="/ppt/slides/slide3.xml" Id="Raa3bd328424c487f" /><Relationship Type="http://schemas.openxmlformats.org/officeDocument/2006/relationships/slide" Target="/ppt/slides/slide4.xml" Id="R70354379ce304a0a" /><Relationship Type="http://schemas.openxmlformats.org/officeDocument/2006/relationships/slide" Target="/ppt/slides/slide5.xml" Id="Ra033e8679dc94297" /><Relationship Type="http://schemas.openxmlformats.org/officeDocument/2006/relationships/slide" Target="/ppt/slides/slide6.xml" Id="R1ff40ae8014e4bc3" /><Relationship Type="http://schemas.openxmlformats.org/officeDocument/2006/relationships/slide" Target="/ppt/slides/slide7.xml" Id="R386d79e05f8041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365dd2516c4e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6d77eeeedd40e3" /><Relationship Type="http://schemas.openxmlformats.org/officeDocument/2006/relationships/notesMaster" Target="/ppt/notesMasters/notesMaster1.xml" Id="R95534fd5693547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22996c1a774b96" /><Relationship Type="http://schemas.openxmlformats.org/officeDocument/2006/relationships/notesMaster" Target="/ppt/notesMasters/notesMaster1.xml" Id="R40ed2fdbde5042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ac504437664173" /><Relationship Type="http://schemas.openxmlformats.org/officeDocument/2006/relationships/notesMaster" Target="/ppt/notesMasters/notesMaster1.xml" Id="R4f65eef0d57d46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e5e89a35554c9c" /><Relationship Type="http://schemas.openxmlformats.org/officeDocument/2006/relationships/notesMaster" Target="/ppt/notesMasters/notesMaster1.xml" Id="R738e14d87dff49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ee50ca17b84a94" /><Relationship Type="http://schemas.openxmlformats.org/officeDocument/2006/relationships/notesMaster" Target="/ppt/notesMasters/notesMaster1.xml" Id="Rd5376752498545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2bc172d3cd47e9" /><Relationship Type="http://schemas.openxmlformats.org/officeDocument/2006/relationships/notesMaster" Target="/ppt/notesMasters/notesMaster1.xml" Id="R429eddf1a4134b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5acd2f0c414512" /><Relationship Type="http://schemas.openxmlformats.org/officeDocument/2006/relationships/notesMaster" Target="/ppt/notesMasters/notesMaster1.xml" Id="R66805962e1d548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530a14ba245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68d47d4e274599" /><Relationship Type="http://schemas.openxmlformats.org/officeDocument/2006/relationships/slideLayout" Target="/ppt/slideLayouts/slideLayout1.xml" Id="R91a85fea774341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a85fea774341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e67bb717a4cd8" /><Relationship Type="http://schemas.openxmlformats.org/officeDocument/2006/relationships/image" Target="/ppt/media/image.png" Id="R8134a90ebc7b4c74" /><Relationship Type="http://schemas.openxmlformats.org/officeDocument/2006/relationships/notesSlide" Target="/ppt/notesSlides/notesSlide1.xml" Id="R7985c0b8ba404f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c56843a1c4019" /><Relationship Type="http://schemas.openxmlformats.org/officeDocument/2006/relationships/notesSlide" Target="/ppt/notesSlides/notesSlide2.xml" Id="R096fe8e62e0444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6e9ed4ce04b2e" /><Relationship Type="http://schemas.openxmlformats.org/officeDocument/2006/relationships/notesSlide" Target="/ppt/notesSlides/notesSlide3.xml" Id="R40967802e35a48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0b21d11b945d8" /><Relationship Type="http://schemas.openxmlformats.org/officeDocument/2006/relationships/notesSlide" Target="/ppt/notesSlides/notesSlide4.xml" Id="Rd291be9a13b040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6e0647ed94ae7" /><Relationship Type="http://schemas.openxmlformats.org/officeDocument/2006/relationships/notesSlide" Target="/ppt/notesSlides/notesSlide5.xml" Id="Rc486063014884f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71ce9af644815" /><Relationship Type="http://schemas.openxmlformats.org/officeDocument/2006/relationships/notesSlide" Target="/ppt/notesSlides/notesSlide6.xml" Id="R213447c0690947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a31a0edaa465c" /><Relationship Type="http://schemas.openxmlformats.org/officeDocument/2006/relationships/notesSlide" Target="/ppt/notesSlides/notesSlide7.xml" Id="R12923e45454b49a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112FA6-5F29-4194-8674-C240D097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4C15C-3FC4-470F-A9E9-53C51677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4a90ebc7b4c74"/>
          <a:srcRect xmlns:a="http://schemas.openxmlformats.org/drawingml/2006/main" l="0" t="8062" r="0" b="80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59055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A56BD-AAAB-44FF-B43F-57EA4912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77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rPr>
              <a:t>DevOS Lite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2C8DE-9330-4D2F-AF19-4036D80D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3144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A floating AI desktop assistant for code repair, environment setup, and safe project organization.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A81C2-06C6-4B7B-A517-4077D2CF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6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E6CFA-F1B0-41F4-A030-5F9AEC5A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5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CDF44-3B71-4C51-B392-0254C988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presentation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E80CD-915E-478A-9F32-28B45359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385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90 sec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D3E95-504F-4833-8893-161F2425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147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00086-6AEC-496B-AA7D-E1AEBDC4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3 workflows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25535-7FF5-4725-86F1-FFE6DFBA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147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fix, setup, organize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05DD2-2DD4-4394-8756-2211760E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385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Cloud + Local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8B5030-C9CC-4942-9351-7ED296F4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147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AI routing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50CB1-F62A-41FC-8408-30BFFD8F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Electron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EC9D30-F120-4828-8795-938A0645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768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React + TypeScript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52EE6-D7CC-4453-A536-A131CDD5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768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IPC safety 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AE1778-742B-49B9-AF54-9DE5A2FF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768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Ollama / Cloud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300D30-DB12-48B1-ACAD-0269FDDB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768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Rollback-safe FS ops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5F8F0F-7301-4E65-9FAC-8F13E223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DevOS Lite final presentation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25D3AE-1D39-473A-A6EC-7FDD5432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A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224390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4042BD-1667-402B-AF2C-DC0F56BB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2FAB7-65AB-4D2E-9DD0-57F5E3FC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1B9EC-8632-4B0A-9E65-24A38F45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PROBLEM TO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C0CAE-1672-4488-ADE7-1B176009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23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rPr>
              <a:t>DevOS Lite compresses scattered developer chores into one guided desktop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00824-AC07-449F-BE2F-A68AC4B9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6AE80-C584-4B5F-BBAB-858F5096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C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AB2CA-DA44-4E74-8B7C-E9DB02C2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716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07167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AE017-7F13-4B73-B076-6C3FFF4F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BFC"/>
                </a:solidFill>
                <a:latin typeface="Aptos"/>
                <a:ea typeface="Aptos"/>
                <a:cs typeface="Aptos"/>
              </a:rPr>
              <a:t>- Switch between editor, terminal, docs, file explorer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2AC39-62E8-4971-9EC2-17F99CA7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BFC"/>
                </a:solidFill>
                <a:latin typeface="Aptos"/>
                <a:ea typeface="Aptos"/>
                <a:cs typeface="Aptos"/>
              </a:rPr>
              <a:t>- Manual setup steps are easy to miss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3C988-1D2B-496D-96BE-4C3D94A8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BFC"/>
                </a:solidFill>
                <a:latin typeface="Aptos"/>
                <a:ea typeface="Aptos"/>
                <a:cs typeface="Aptos"/>
              </a:rPr>
              <a:t>- Bulk file cleanup can damage project 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4C5F7-0A6B-4090-B93A-49A8F7E8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BFC"/>
                </a:solidFill>
                <a:latin typeface="Aptos"/>
                <a:ea typeface="Aptos"/>
                <a:cs typeface="Aptos"/>
              </a:rPr>
              <a:t>- AI output still needs safety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5C465-F089-4A7B-B4ED-9BF06256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B8A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1B8A6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0D6889-34A1-48F9-819A-CCD4AE7C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14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- Floating Shimeji entry point stays available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DFD61-88B3-457D-B0CE-D6A0B03A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909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- AI setup, code repair, and file planning in one app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606D6-2191-4A93-8669-7A4C7CD9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671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- Preview-first operations before file changes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90E24-3410-4771-87C7-6ED02B51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434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12B"/>
                </a:solidFill>
                <a:latin typeface="Aptos"/>
                <a:ea typeface="Aptos"/>
                <a:cs typeface="Aptos"/>
              </a:rPr>
              <a:t>- Rollback metadata protects applied moves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89BBA-052A-48BC-9A29-0276D91F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86150"/>
            <a:ext cx="438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9F76CC-AD16-4174-9223-922F2FB9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9576E1-CA67-437F-AECD-425B0F08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DevOS Lite final presentation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E6AA1B-936C-4974-9D5F-77CF2712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A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81425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00CF9A-0C28-4A9B-88C7-E9B92B38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31DF4-B520-468A-A558-D4160762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4B036-69C0-4321-BB26-51228A4D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D6C39-2BD2-49E4-B6E3-5AD86385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23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rPr>
              <a:t>The system keeps UI, privileged operations, AI routing, and file mutation behind clear boundaries.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0BAD1-80E6-4A14-9ADA-29F47DD9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C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CC72A-972B-4BC9-A185-AF5E19BE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React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130DA-FFFD-4529-B9D2-B7BF626C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961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9616A"/>
                </a:solidFill>
                <a:latin typeface="Aptos"/>
                <a:ea typeface="Aptos"/>
                <a:cs typeface="Aptos"/>
              </a:rPr>
              <a:t>Shimeji, feature menu, overlays, settings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11E48-D073-4EAF-93F0-7A7DB757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3360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6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E4F14-06CD-47BA-A708-9896CA25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6695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Preload IPC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C837D-8690-4A39-930E-C51C69C3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9080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961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9616A"/>
                </a:solidFill>
                <a:latin typeface="Aptos"/>
                <a:ea typeface="Aptos"/>
                <a:cs typeface="Aptos"/>
              </a:rPr>
              <a:t>Typed safe bridge: window.electronAPI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F9944-FD40-44A4-851E-FF116A97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3360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C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F5ABB-8836-422C-B358-F0808484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669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Electron main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025DD-223A-4A76-B655-627011A5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9080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961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9616A"/>
                </a:solidFill>
                <a:latin typeface="Aptos"/>
                <a:ea typeface="Aptos"/>
                <a:cs typeface="Aptos"/>
              </a:rPr>
              <a:t>IPC handlers, orchestration, tray/window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91AC9-0116-4D04-B58E-847CBBC4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3360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6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97F3FE-84D4-40A2-B712-BCB29AB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Feature modules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3DCC4A-4FA9-4836-8C5F-0BCFF368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9080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961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9616A"/>
                </a:solidFill>
                <a:latin typeface="Aptos"/>
                <a:ea typeface="Aptos"/>
                <a:cs typeface="Aptos"/>
              </a:rPr>
              <a:t>Code Fixer, Env Builder, Organizer, Chat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871F6C-B09C-4E8D-B44D-602A9872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33600"/>
            <a:ext cx="1619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C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4D9AB0-F5A1-45C7-A28B-6D0EB03A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669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System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38668D-D33D-457A-B405-305837F2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90800"/>
            <a:ext cx="1314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9616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9616A"/>
                </a:solidFill>
                <a:latin typeface="Aptos"/>
                <a:ea typeface="Aptos"/>
                <a:cs typeface="Aptos"/>
              </a:rPr>
              <a:t>Filesystem, clipboard, rollback logs, optional Java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706A60-B5D6-4788-9131-86A32B7A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7652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1B7F3E-C045-439C-BEF0-567D94C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38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DB9B68-7677-4337-AED0-CE76E2B1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7652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A6F7F5-C870-47A7-A9B3-07D7B135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38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45814A-5EBB-42FE-91EC-F27F2BEC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7652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879EEA-35BC-418F-9D1D-6F1FD284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38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DFBFF3-FDB7-4413-8E77-DB4F59E3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7652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E5D91A-A38B-4A32-9970-24BAF021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38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9C1F3C-5620-477A-9B83-66286F44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5545AC-D317-4C28-8C9C-A26A9FBC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2291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AI Router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E9F37B-CC80-4951-9E43-94FA3B0D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5529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Cloud APIs or local Ollama; same app workflows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7C6F29-6EBF-48DD-B672-2512C808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9575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0533CD-BDEE-4ECF-9724-D692BA3C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291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Safety engine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A93A7F-B123-411B-9973-EED91DED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5529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Preview, protected paths, apply, rollback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08AAC8-519E-44FC-A9DB-AA83B1B9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28975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DB85FE-97C4-4822-AD7C-4D52275E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048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AD6A26-4A00-45A4-B92E-6739E3FC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38500"/>
            <a:ext cx="19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7A0AD0-C389-472B-A5C5-6B7BF83C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885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Key design choice: renderer never directly owns Node/Electron filesystem power.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19616E-B762-4FE9-8E46-E53744AB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DevOS Lite final presentation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D6A374-C0DE-46E2-BB01-9093BEE6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A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760074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64C5C0-907B-4AE6-85BD-A02FFD38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2EFFD-16EC-418F-A217-83DAC48B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1B2A2-04E6-45B8-9B23-F899C1C0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FEATURE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51AAD-D6C0-4F6F-BF66-EFE40EE4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23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rPr>
              <a:t>The demo focuses on implemented workflows, not a mock interface.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2D87D-93F3-4302-9302-E3D2715C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1B9D2-C1EA-4FA0-B90E-E1339359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What it does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B661F-CAD6-447B-869D-C12D16DD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Proof in codebase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BBE31-3021-4A2C-A572-95B960D6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Demo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89FF5-8F56-4A1D-850B-D1545428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1D5E1-3B06-4B26-8705-FF46209A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98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Code Fixer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26143-6DD5-4520-9B06-850DF822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9825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AI-assisted repair with project-aware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6ED52-A0D1-41CF-A2C8-2BA3D10A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09825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CodeFixerAgentOverlay + feature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A2AC6-B9CD-4451-AF74-7F53A9D6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982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Show fix suggestion 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00EDEB-FC61-4DBB-9D74-9A48677A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27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F16A52-A418-4A2E-9A15-6938B387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27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Environment Builder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C71D94-B4B7-48E0-A9FA-E3F3AE2E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52775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Scans package files and setup requirements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89F7E-0F31-42C5-8BE5-4CB70980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52775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detectEnv IPC + scanProject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59CB85-A321-43DE-ADC3-462847A7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527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Generate setup steps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78D002-AE61-4AD8-A806-6CE96322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8B4167-CED6-4EBD-B08F-D080C360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957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File Organizer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ADBD40-F329-44BB-8FE2-8DDDB535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95725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Preview, dry-run, apply, rollback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DE62AF-175D-49B7-80B9-C614B18F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95725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FileOrganizerService + SafeFileOperationExecutor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09F569-BDEA-4480-AC63-6F8DAE69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9572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Move messy files safely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640A40-81A5-407B-BCB6-A6446F71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27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24BD77-3C22-4E05-9C5F-0FBEA063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AI Settings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02D960-D85C-4FF5-B765-04DCE354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38675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Switch cloud API or local Ollama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ADDF3D-28CB-4961-AD60-AF134208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38675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AIRouter, OllamaClient, API client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B52CFD-FF35-44A3-80E2-0E1B07C5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386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5715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Show local/cloud routing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AAAFAF-72B5-4D7C-A6A6-45717FAE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Compact demo order: AI Settings -&gt; File Organizer -&gt; Env Builder -&gt; Code Fixer.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17E5C3-6711-479B-AA2C-97140616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DevOS Lite final presentation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8B6778-8D4C-4E0D-A9E7-DE66DBE1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A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72055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A92D1B-385A-4436-B567-C063739A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99B1D-C18D-41B9-9C03-A5E00FF0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BADD1-6CE5-47DA-BB5E-5475FE6E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SAFETY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C0873-6F08-46A5-BC85-15494AD5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23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rPr>
              <a:t>The strongest engineering decision is preview-first automation with rollback instead of blind file mutation.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B45C1-F591-49FE-AE96-0D45E4B4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695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C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28DED-E01D-42BC-8ADA-70862AF0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Scan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F3E9A-4602-4625-B395-1A8819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1352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62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626B"/>
                </a:solidFill>
                <a:latin typeface="Aptos"/>
                <a:ea typeface="Aptos"/>
                <a:cs typeface="Aptos"/>
              </a:rPr>
              <a:t>Read project files and ignore protected paths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66EBD-FAE3-4664-8C94-B5046329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623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1637E-584B-407D-ACE8-D3FD2450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242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A940DA-A4BB-4AEF-BF46-E65734F5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1695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C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CE793-6571-4345-893B-317FF4F5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860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36216-4842-43B5-A12B-8EE638EF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86100"/>
            <a:ext cx="1352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62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626B"/>
                </a:solidFill>
                <a:latin typeface="Aptos"/>
                <a:ea typeface="Aptos"/>
                <a:cs typeface="Aptos"/>
              </a:rPr>
              <a:t>AI or heuristic plan generates proposed moves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60FCE-3BDF-4FE8-978A-54B0E749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623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B798A-686E-4621-8317-249FBEC9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242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51289F-8B79-4F96-A69B-6BDE81CC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1695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6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01B27-9CAC-4678-9742-9CB5C4A8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860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Preview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997C51-F424-45EE-BA06-051585B5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86100"/>
            <a:ext cx="1352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62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626B"/>
                </a:solidFill>
                <a:latin typeface="Aptos"/>
                <a:ea typeface="Aptos"/>
                <a:cs typeface="Aptos"/>
              </a:rPr>
              <a:t>User sees risk, moves, and destinations first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9F534F-052C-46B0-85C4-9AC0FF4B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623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E8C2C8-78D0-4D09-B753-77873517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242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5757F1-44C1-4100-A228-A54A4D5F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1695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C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859660-D0E1-4650-BE0E-858D8D31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860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2907F7-0C86-4AE8-ABBF-1544BFE0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86100"/>
            <a:ext cx="1352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62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626B"/>
                </a:solidFill>
                <a:latin typeface="Aptos"/>
                <a:ea typeface="Aptos"/>
                <a:cs typeface="Aptos"/>
              </a:rPr>
              <a:t>Executor creates parent dirs and moves files safely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389E15-2521-4001-B6C3-2CF79816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623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4C4DBE-8861-4342-BFC6-F2D669EC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242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5A3A6C-BA07-41DF-9AB8-1E2484F4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16954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C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63A095-618B-46E8-B70D-B7FC5BB4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860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Rollback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7E03F-2FFC-4704-A78F-6B3B499E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86100"/>
            <a:ext cx="1352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62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626B"/>
                </a:solidFill>
                <a:latin typeface="Aptos"/>
                <a:ea typeface="Aptos"/>
                <a:cs typeface="Aptos"/>
              </a:rPr>
              <a:t>JSONL batch metadata restores original paths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8D606C-DB0E-4C0F-B1D1-E80DDBF3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Guardrails implemented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E267C8-292D-4312-992F-7EEBEE39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923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- Protected paths: .git, node_modules, lockfiles, .env*, build outputs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B29C0B-0542-43B2-85B2-6DEE6261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923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- Dry-run tests confirm preview does not mutate source files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260913-F4FE-4CD7-8294-8D2FAE7D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923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- Apply + rollback tests verify reversible organization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E9205E-2B49-4957-801E-6519EE86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923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- User-facing file count excludes internal recovery folders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748118-60FF-4FF2-9625-5FD23064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DevOS Lite final presentation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6E7D80-F0A9-4751-ABD6-969B3953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A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085723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CB121B-FDEB-4C66-AD2B-9E21C185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9898D-DDBC-448B-B661-57485079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3189C-A94A-42B1-A385-0DA6DDEF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A23AC-C261-43D2-A9FE-4D6CA2EE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23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rPr>
              <a:t>Member 1 owned the core engineering path; the rest of the team supported around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A0E58-CB50-44C5-B183-FCCA8DB2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1C1F7-FBFA-4ED4-8D42-D0B77C00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Week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A621F-D288-4FBD-A77D-CFB83B51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Concept, stack choice, Electron/React shell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3244A-A770-47E6-AE12-1792E8C0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5A552-4329-4A9F-8676-F350AFC4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051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88808-FD41-40DA-8DDB-240524DE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AI routing, settings, first-run setup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37329-226F-4521-84C2-644D2D2A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1E812-74F5-4F51-A840-AFA0BBB1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051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Week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F24B87-C3EA-4AC8-906A-873409C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Code Fixer and Environment Builder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5F628-DA39-4128-B1CC-0B6B0029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765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783177-240E-45ED-A23F-05C733B0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Week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79FE5-B321-4127-92D7-747E00DB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File Organizer safety, preview/apply/rollback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8C462-0672-4474-9D4C-DEC4804D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765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F660E-E656-4ABD-BB91-59B4124E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051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Week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FCC8B-65F1-41BE-B451-8BA978B8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UI polish, tests, Java optional backend, demo prep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7738E4-63EB-436B-B87B-B2064993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009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6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4BFF9B-523B-4ADF-8D5B-F3E5DAC0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Member 1: Lead engineer / presenter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12AAFB-F046-4112-AAAB-19084457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95775"/>
            <a:ext cx="542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62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626B"/>
                </a:solidFill>
                <a:latin typeface="Aptos"/>
                <a:ea typeface="Aptos"/>
                <a:cs typeface="Aptos"/>
              </a:rPr>
              <a:t>Architecture, Electron IPC, AI routing, core features, safety engine, tests, demo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9DFF76-F97C-43A3-B553-F76019E6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6720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21B8A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1B8A6"/>
                </a:solidFill>
                <a:latin typeface="Aptos"/>
                <a:ea typeface="Aptos"/>
                <a:cs typeface="Aptos"/>
              </a:rPr>
              <a:t>70%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15677-C4EE-4778-BAB8-7BC26B2F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1009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AAD2A0-1AD5-4943-9576-35A02044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Member 2: Support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2CC78F-E28E-46B2-8D3D-6BBDDA71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62525"/>
            <a:ext cx="542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Light UI/content review, small documentation support, demo checklist help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4822B4-34BB-4197-9E41-72B36A41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9339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8B1EA3-56D2-4087-8ABB-590003F3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1009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8F2C58-7933-4F0D-9704-EEE52670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Member 3: Minimal support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533717-8C30-4B68-9484-F5CF4CA0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29275"/>
            <a:ext cx="542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Basic slide/demo timing support and final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8EA25F-BA3A-4E39-8504-45D37132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60070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84A984-B125-4CF7-8CB0-6E4964DB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DevOS Lite final presentation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3125D1-4426-4AA3-BDAC-5F274140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A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720743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FD8BB4-7402-460E-90EA-1A06BEFB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5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E420A-A96F-4BC2-B97F-8FD1A7A4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B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9AA84-EED4-4687-9B8E-1091E2E2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DEMO HANDOFF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F1FBC-45A7-4E89-A6CF-28F01509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23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BFC"/>
                </a:solidFill>
                <a:latin typeface="Aptos Display"/>
                <a:ea typeface="Aptos Display"/>
                <a:cs typeface="Aptos Display"/>
              </a:rPr>
              <a:t>The live demo should prove the product loop in 90 seconds.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4450F-E50B-44B5-959A-C324E5A1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1038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6D546-1A53-4904-A368-95518929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574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0:00-0:15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94562-C984-4DB2-B748-6941EC39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479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Open Shimeji and show AI Settings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2C1EA-3FB8-405A-897F-6B46DAB7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57425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Cloud/local routing is configurable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7C9B7-C26C-4509-B168-DCB8CCD5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1038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6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0CAB8-4C97-4930-AD81-579D7334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241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0:15-0:45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309557-978A-4554-AAF8-1FE4093F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146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12B"/>
                </a:solidFill>
                <a:latin typeface="Aptos"/>
                <a:ea typeface="Aptos"/>
                <a:cs typeface="Aptos"/>
              </a:rPr>
              <a:t>Run File Organizer preview on sample clutter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ABE1E-0ECE-4F0A-9E45-2AB40996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24175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626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626B"/>
                </a:solidFill>
                <a:latin typeface="Aptos"/>
                <a:ea typeface="Aptos"/>
                <a:cs typeface="Aptos"/>
              </a:rPr>
              <a:t>Preview before apply, clean destinations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0CA7D-C589-4BEB-92E7-A8FDC6DD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1038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BF9E1-D7E2-43C9-8ABE-B7AE41CE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909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0:45-1:05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94F25-904F-40FF-B14A-CB0090C0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814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Show apply/rollback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C69DB-C122-4D75-BBFB-622D69EE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90925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Automation is reversible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43AB9-2486-4E2D-BABA-1FCBBB46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1038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D108CD-0CE5-4D4B-9C7F-2003666C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576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1:05-1:25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E976AD-071D-4927-B514-5226527D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481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Open Environment Builder or Code Fixer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314518-F78B-45DA-A907-D5C5771F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57675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Same assistant handles setup or repair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1F792A-AFB9-4146-AB10-9F27599A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10382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2"/>
          </a:solidFill>
          <a:ln xmlns:a="http://schemas.openxmlformats.org/drawingml/2006/main" w="9525">
            <a:solidFill>
              <a:srgbClr val="C8E6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77E859-D889-43FF-9488-BF93D7D3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2442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2B84B"/>
                </a:solidFill>
                <a:latin typeface="Aptos"/>
                <a:ea typeface="Aptos"/>
                <a:cs typeface="Aptos"/>
              </a:rPr>
              <a:t>1:25-1:30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EBB6FA-6036-4EAF-BCE6-D36C911C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149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B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C"/>
                </a:solidFill>
                <a:latin typeface="Aptos"/>
                <a:ea typeface="Aptos"/>
                <a:cs typeface="Aptos"/>
              </a:rPr>
              <a:t>Close with architecture sentence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8A7B73-EDF9-46D9-A02D-0906EBDD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24425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F2F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F2F6"/>
                </a:solidFill>
                <a:latin typeface="Aptos"/>
                <a:ea typeface="Aptos"/>
                <a:cs typeface="Aptos"/>
              </a:rPr>
              <a:t>Safe desktop AI, not just a chatbot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97A2DD-0F73-4F8D-8946-DFB1F219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9120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B7D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B7D8"/>
                </a:solidFill>
                <a:latin typeface="Aptos"/>
                <a:ea typeface="Aptos"/>
                <a:cs typeface="Aptos"/>
              </a:rPr>
              <a:t>Closing line: DevOS Lite is a safe AI workflow layer for local developer work.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C1A7AB-F242-41BA-9BE9-6EA80B05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EA3AA"/>
                </a:solidFill>
                <a:latin typeface="Aptos"/>
                <a:ea typeface="Aptos"/>
                <a:cs typeface="Aptos"/>
              </a:rPr>
              <a:t>DevOS Lite final presentation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11C1D6-2D56-4F2F-8781-936DE772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EA3A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A3A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316687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2026-06-09T14:37:23.2770000Z</dcterms:created>
  <dcterms:modified xsi:type="dcterms:W3CDTF">2026-06-09T14:37:23.2770000Z</dcterms:modified>
</coreProperties>
</file>